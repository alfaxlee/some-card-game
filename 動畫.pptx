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80"/>
    <a:srgbClr val="FF0000"/>
    <a:srgbClr val="949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9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8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34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7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9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8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3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65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0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D6A6C-867F-43B4-B779-FF6FDC191618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99143-C922-4A07-82E2-AA36FC5AA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57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55121" y="0"/>
            <a:ext cx="12347121" cy="7364186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5638800" y="2594881"/>
            <a:ext cx="457200" cy="1632857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6096000" y="2594881"/>
            <a:ext cx="457200" cy="163285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流程圖: 人工輸入 9"/>
          <p:cNvSpPr/>
          <p:nvPr/>
        </p:nvSpPr>
        <p:spPr>
          <a:xfrm rot="5400000">
            <a:off x="8268380" y="2075770"/>
            <a:ext cx="693961" cy="3609978"/>
          </a:xfrm>
          <a:prstGeom prst="flowChartManualInpu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流程圖: 人工輸入 10"/>
          <p:cNvSpPr/>
          <p:nvPr/>
        </p:nvSpPr>
        <p:spPr>
          <a:xfrm rot="16200000" flipH="1">
            <a:off x="3229659" y="2075770"/>
            <a:ext cx="693961" cy="3609978"/>
          </a:xfrm>
          <a:prstGeom prst="flowChartManualInpu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半框架 11"/>
          <p:cNvSpPr/>
          <p:nvPr/>
        </p:nvSpPr>
        <p:spPr>
          <a:xfrm rot="10800000">
            <a:off x="4829179" y="2858859"/>
            <a:ext cx="552450" cy="552450"/>
          </a:xfrm>
          <a:prstGeom prst="halfFram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半框架 13"/>
          <p:cNvSpPr/>
          <p:nvPr/>
        </p:nvSpPr>
        <p:spPr>
          <a:xfrm rot="10800000" flipH="1">
            <a:off x="6810371" y="2858859"/>
            <a:ext cx="552450" cy="552450"/>
          </a:xfrm>
          <a:prstGeom prst="halfFrame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半框架 14"/>
          <p:cNvSpPr/>
          <p:nvPr/>
        </p:nvSpPr>
        <p:spPr>
          <a:xfrm rot="16200000" flipH="1">
            <a:off x="6810371" y="4350209"/>
            <a:ext cx="552450" cy="552450"/>
          </a:xfrm>
          <a:prstGeom prst="halfFrame">
            <a:avLst/>
          </a:prstGeom>
          <a:solidFill>
            <a:srgbClr val="94949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半框架 15"/>
          <p:cNvSpPr/>
          <p:nvPr/>
        </p:nvSpPr>
        <p:spPr>
          <a:xfrm rot="5400000">
            <a:off x="4829179" y="4366542"/>
            <a:ext cx="552450" cy="552450"/>
          </a:xfrm>
          <a:prstGeom prst="halfFrame">
            <a:avLst/>
          </a:prstGeom>
          <a:solidFill>
            <a:srgbClr val="949494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乘號 16"/>
          <p:cNvSpPr/>
          <p:nvPr/>
        </p:nvSpPr>
        <p:spPr>
          <a:xfrm>
            <a:off x="5988843" y="2400984"/>
            <a:ext cx="671515" cy="915749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乘號 18"/>
          <p:cNvSpPr/>
          <p:nvPr/>
        </p:nvSpPr>
        <p:spPr>
          <a:xfrm>
            <a:off x="5536411" y="3501130"/>
            <a:ext cx="671515" cy="915749"/>
          </a:xfrm>
          <a:prstGeom prst="mathMultipl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弧形向右箭號 19"/>
          <p:cNvSpPr/>
          <p:nvPr/>
        </p:nvSpPr>
        <p:spPr>
          <a:xfrm>
            <a:off x="1152525" y="3135084"/>
            <a:ext cx="542925" cy="1491349"/>
          </a:xfrm>
          <a:prstGeom prst="curv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弧形向右箭號 20"/>
          <p:cNvSpPr/>
          <p:nvPr/>
        </p:nvSpPr>
        <p:spPr>
          <a:xfrm flipH="1">
            <a:off x="10494161" y="3135084"/>
            <a:ext cx="542925" cy="1491349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L-圖案 21"/>
          <p:cNvSpPr/>
          <p:nvPr/>
        </p:nvSpPr>
        <p:spPr>
          <a:xfrm>
            <a:off x="3776650" y="4382175"/>
            <a:ext cx="1859761" cy="1857375"/>
          </a:xfrm>
          <a:prstGeom prst="corner">
            <a:avLst>
              <a:gd name="adj1" fmla="val 21468"/>
              <a:gd name="adj2" fmla="val 3060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-圖案 22"/>
          <p:cNvSpPr/>
          <p:nvPr/>
        </p:nvSpPr>
        <p:spPr>
          <a:xfrm flipH="1">
            <a:off x="6553200" y="4366542"/>
            <a:ext cx="1859761" cy="1857375"/>
          </a:xfrm>
          <a:prstGeom prst="corner">
            <a:avLst>
              <a:gd name="adj1" fmla="val 21468"/>
              <a:gd name="adj2" fmla="val 30606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7906818" y="358837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</a:t>
            </a:r>
            <a:r>
              <a:rPr lang="zh-TW" altLang="en-US" sz="3200" dirty="0" smtClean="0">
                <a:solidFill>
                  <a:schemeClr val="accent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克拉</a:t>
            </a:r>
            <a:endParaRPr lang="en-US" sz="3200" dirty="0">
              <a:solidFill>
                <a:schemeClr val="accent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869948" y="358836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 smtClean="0">
                <a:solidFill>
                  <a:schemeClr val="accent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迪克拉</a:t>
            </a:r>
            <a:endParaRPr lang="en-US" sz="3200" dirty="0">
              <a:solidFill>
                <a:schemeClr val="accent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138489" y="2192033"/>
            <a:ext cx="876300" cy="876300"/>
          </a:xfrm>
          <a:prstGeom prst="ellipse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橢圓 30"/>
          <p:cNvSpPr/>
          <p:nvPr/>
        </p:nvSpPr>
        <p:spPr>
          <a:xfrm>
            <a:off x="8176554" y="2192033"/>
            <a:ext cx="876300" cy="876300"/>
          </a:xfrm>
          <a:prstGeom prst="ellipse">
            <a:avLst/>
          </a:prstGeom>
          <a:solidFill>
            <a:schemeClr val="accent6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橢圓 31"/>
          <p:cNvSpPr/>
          <p:nvPr/>
        </p:nvSpPr>
        <p:spPr>
          <a:xfrm>
            <a:off x="5044551" y="103345"/>
            <a:ext cx="2105025" cy="2105025"/>
          </a:xfrm>
          <a:prstGeom prst="ellipse">
            <a:avLst/>
          </a:prstGeom>
          <a:solidFill>
            <a:srgbClr val="00FF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3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0.08172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7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 -0.07245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3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81481E-6 L -0.20664 -0.22615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39" y="-11319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81481E-6 L 0.20664 -0.228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-1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5" dur="500" fill="hold"/>
                                        <p:tgtEl>
                                          <p:spTgt spid="32"/>
                                        </p:tgtEl>
                                      </p:cBhvr>
                                      <p:by x="800000" y="8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5" grpId="2" animBg="1"/>
      <p:bldP spid="6" grpId="1" animBg="1"/>
      <p:bldP spid="6" grpId="2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93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Alfa-X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FFC000"/>
      </a:accent2>
      <a:accent3>
        <a:srgbClr val="FFFF00"/>
      </a:accent3>
      <a:accent4>
        <a:srgbClr val="00FF00"/>
      </a:accent4>
      <a:accent5>
        <a:srgbClr val="0000E1"/>
      </a:accent5>
      <a:accent6>
        <a:srgbClr val="00FFFF"/>
      </a:accent6>
      <a:hlink>
        <a:srgbClr val="7030A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Microsoft JhengHei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Alfa-X Lee</dc:creator>
  <cp:lastModifiedBy>Alfa-X Lee</cp:lastModifiedBy>
  <cp:revision>6</cp:revision>
  <dcterms:created xsi:type="dcterms:W3CDTF">2026-10-11T09:27:38Z</dcterms:created>
  <dcterms:modified xsi:type="dcterms:W3CDTF">2026-10-11T10:06:55Z</dcterms:modified>
</cp:coreProperties>
</file>